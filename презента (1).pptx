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5" autoAdjust="0"/>
    <p:restoredTop sz="94660"/>
  </p:normalViewPr>
  <p:slideViewPr>
    <p:cSldViewPr snapToGrid="0">
      <p:cViewPr varScale="1">
        <p:scale>
          <a:sx n="88" d="100"/>
          <a:sy n="88" d="100"/>
        </p:scale>
        <p:origin x="8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0D498-BFBB-409D-A2C3-5AEB6FFAE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3C32C-7C38-4038-ABB8-BA458F8B0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A8242-699A-4176-B8F0-DFB7212A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960F7-1957-4301-A953-5AE4556ED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F86B3-221B-4809-8B53-82A15D16C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44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2FB8C-6A85-45BF-BDDC-A66C62A9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6798A-D6D1-4378-9200-D86422B63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50CA5-5170-4D59-855B-92B20597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2452F-5094-4E1A-B18A-C41E5349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3694C-3B81-4ADF-AC0E-DA401E85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562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10FE-B291-479F-BCAF-B3D5B671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8D833-7169-4FA4-91E4-6A0F7C4CD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B7289-3563-4383-812F-5E021D75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5B543-744D-44D9-AADA-593843AB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49CA3-B777-4965-819B-DA55C2CD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30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3155-E4A6-469B-8525-EF4A3FBB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C9842-A0B4-4750-999E-F1B298E94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C92E9-538E-4E13-96FC-1C1C30003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4FC6A-D49A-4BF4-90F9-C3409DC34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8708B-52F8-49EE-A2AC-069F652C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5B72D-3E06-4B6C-9CEA-311BA6F3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292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2681-9E88-4004-8B86-3728C704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11E56-862D-44AF-8F73-22527033B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662E4-4239-4CD5-9F3A-F7577C766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54439-6222-4A60-8D6F-E8981C5CB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F0388-0F06-4273-8726-FA3A9AEC7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175B1-EF81-4AFA-9053-BDBB79EDB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8A785E-9AC0-4402-9810-ADEB095C4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B37132-D244-486D-889A-19C99232C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510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7A03-6680-470C-8B75-CE69E1B53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C7792-DDAF-4ECD-BF3F-8D6548D9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6DE26F-7CCF-4B3B-92E9-499BA7E5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84FE6-D83F-4404-8353-05FABB9C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67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EBE02-5F13-46AA-96F3-B8328C9B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1F17F-253D-4594-B4B3-A2BBA47B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7A3DB-BEBB-4C94-9091-00383CF2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60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4F94-CE49-454F-B310-045626C7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3079E-99E4-4FC9-85BE-477CAF49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E155D-E210-4153-B1D9-81D5189FF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EA65E-00B9-4269-99C1-324EA9BC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7BCEC-10E5-425A-AF30-775F0BBA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910F2-3CBE-4067-BA96-B8FCE533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555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0C32-11A5-44E1-AC2C-A94E25517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C2F08D-7627-4076-8DDA-8869DC46B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06ACB-F247-4C08-9E6F-E45BF5878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68320-9F45-4919-8A37-6689217F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81D83-13A0-4E35-B34F-46D64084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61301-2B28-487E-A3AF-25B3A5FE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16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8BC24-F4DC-40E2-BCF4-D75E133C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766A3-A33D-4245-8BB2-9C45F9E71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6727C-2087-4DFB-B356-957E224E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14BEC-8A4C-4CC0-AEB5-E092E5386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34906-6A18-4BC0-8D87-2315C585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37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01B6B-96DB-468D-82FB-43127860A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34F37-F965-4189-8BA7-773F56CED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AAB0F-8F5F-4B83-BA9A-75DF47E5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488FA-060F-4C02-927B-3CD2C29FE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568AD-817A-45D0-8525-F2A9C305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83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B69990-FBDE-4CAB-8991-AA70D7959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6CFFB-782B-48C5-B34E-8AF5550D3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3D130-738C-416D-86A6-914C9D3B1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1776E-79B9-4D9B-9978-6AD22EA05C09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43AE2-4E08-4F50-80AE-4DD073F65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12165-BD38-4638-AFDE-0D486D705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F2DF2-351B-44AE-8742-B7C906135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42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CCAB-A216-4F11-8873-85CA67CCE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957587"/>
            <a:ext cx="10668000" cy="2021985"/>
          </a:xfrm>
        </p:spPr>
        <p:txBody>
          <a:bodyPr>
            <a:normAutofit fontScale="90000"/>
          </a:bodyPr>
          <a:lstStyle/>
          <a:p>
            <a:r>
              <a:rPr lang="ru-RU" dirty="0"/>
              <a:t>TaskPlanner — Android-приложение для планирования задач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17034-8807-4D3B-A93B-55DBD673E1C7}"/>
              </a:ext>
            </a:extLst>
          </p:cNvPr>
          <p:cNvSpPr txBox="1"/>
          <p:nvPr/>
        </p:nvSpPr>
        <p:spPr>
          <a:xfrm>
            <a:off x="8113690" y="5537916"/>
            <a:ext cx="3193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Константинов ДИТ-41</a:t>
            </a:r>
          </a:p>
        </p:txBody>
      </p:sp>
    </p:spTree>
    <p:extLst>
      <p:ext uri="{BB962C8B-B14F-4D97-AF65-F5344CB8AC3E}">
        <p14:creationId xmlns:p14="http://schemas.microsoft.com/office/powerpoint/2010/main" val="2055508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FED33-C0E5-4E7C-A782-1C38E4E4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функции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76CE9-5FBF-494E-B47A-49702FF8F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Полный менеджер задач</a:t>
            </a:r>
          </a:p>
          <a:p>
            <a:r>
              <a:rPr lang="ru-RU" dirty="0"/>
              <a:t>Дедлайны и приоритеты</a:t>
            </a:r>
          </a:p>
          <a:p>
            <a:r>
              <a:rPr lang="ru-RU" dirty="0"/>
              <a:t>Повторяющиеся задачи</a:t>
            </a:r>
          </a:p>
          <a:p>
            <a:r>
              <a:rPr lang="ru-RU" dirty="0"/>
              <a:t>Умные уведомления</a:t>
            </a:r>
          </a:p>
          <a:p>
            <a:r>
              <a:rPr lang="ru-RU" dirty="0"/>
              <a:t>Три темы оформления</a:t>
            </a:r>
          </a:p>
          <a:p>
            <a:r>
              <a:rPr lang="ru-RU" dirty="0"/>
              <a:t>Экран статистики</a:t>
            </a:r>
          </a:p>
          <a:p>
            <a:r>
              <a:rPr lang="ru-RU" dirty="0"/>
              <a:t>Навигация между экранами</a:t>
            </a:r>
          </a:p>
          <a:p>
            <a:r>
              <a:rPr lang="ru-RU" dirty="0"/>
              <a:t>MVVM архитектура</a:t>
            </a:r>
          </a:p>
        </p:txBody>
      </p:sp>
    </p:spTree>
    <p:extLst>
      <p:ext uri="{BB962C8B-B14F-4D97-AF65-F5344CB8AC3E}">
        <p14:creationId xmlns:p14="http://schemas.microsoft.com/office/powerpoint/2010/main" val="331559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4B8A-F2B1-4C70-A8D7-740C3109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825B0-FED3-4B5E-90CB-143361A9E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1029"/>
            <a:ext cx="6288314" cy="411593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Используется MVVM, Room, Flow и Navigation </a:t>
            </a:r>
            <a:r>
              <a:rPr lang="ru-RU" dirty="0" err="1"/>
              <a:t>Compose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UI полностью построен на Jetpack </a:t>
            </a:r>
            <a:r>
              <a:rPr lang="ru-RU" dirty="0" err="1"/>
              <a:t>Compose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Все изменения данных автоматически обновляют интерфейс.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9600F3-F173-480E-98E0-08C2AE23C9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34" t="15548" b="8001"/>
          <a:stretch/>
        </p:blipFill>
        <p:spPr>
          <a:xfrm>
            <a:off x="7971972" y="661485"/>
            <a:ext cx="3381828" cy="553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09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741C2-998D-42BC-B9B7-D846A493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задачами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C29AF-DC7C-4457-BAF5-2BF1CE69D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35800" cy="4351338"/>
          </a:xfrm>
        </p:spPr>
        <p:txBody>
          <a:bodyPr/>
          <a:lstStyle/>
          <a:p>
            <a:r>
              <a:rPr lang="ru-RU" dirty="0"/>
              <a:t>добавление, редактирование, удаление;</a:t>
            </a:r>
          </a:p>
          <a:p>
            <a:r>
              <a:rPr lang="ru-RU" dirty="0"/>
              <a:t>приоритеты и дедлайны;</a:t>
            </a:r>
          </a:p>
          <a:p>
            <a:r>
              <a:rPr lang="ru-RU" dirty="0"/>
              <a:t>подсветка просроченных;</a:t>
            </a:r>
          </a:p>
          <a:p>
            <a:r>
              <a:rPr lang="ru-RU" dirty="0"/>
              <a:t>отметка выполнения;</a:t>
            </a:r>
          </a:p>
          <a:p>
            <a:r>
              <a:rPr lang="ru-RU" dirty="0"/>
              <a:t>генерация новых задач при повторении.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5194B6-7A1E-4584-8961-9CE165BCC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571" y="607038"/>
            <a:ext cx="3280229" cy="564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4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3020-10A6-4A05-927E-0A7A3121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Уведомления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5283F-22BF-4CD5-9431-DAC007030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6600" cy="4351338"/>
          </a:xfrm>
        </p:spPr>
        <p:txBody>
          <a:bodyPr/>
          <a:lstStyle/>
          <a:p>
            <a:r>
              <a:rPr lang="ru-RU" dirty="0"/>
              <a:t>формируются автоматически, если до дедлайна осталось мало времени;</a:t>
            </a:r>
          </a:p>
          <a:p>
            <a:r>
              <a:rPr lang="ru-RU" dirty="0"/>
              <a:t>есть раздел «Уведомления»;</a:t>
            </a:r>
          </a:p>
          <a:p>
            <a:r>
              <a:rPr lang="ru-RU" dirty="0"/>
              <a:t>уведомления можно прочитать, удалить, посмотреть детали задачи;</a:t>
            </a:r>
          </a:p>
          <a:p>
            <a:r>
              <a:rPr lang="ru-RU" dirty="0"/>
              <a:t>поддержка свайпа для удаления.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121B03-98DA-41CE-9D5F-5A239A249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287" y="1690688"/>
            <a:ext cx="5095979" cy="353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1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7E1A-5517-4637-AED8-BA7A84EC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оформления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8566-0980-486B-8565-A6954E44B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8913"/>
            <a:ext cx="5555343" cy="397804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Доступно 3 темы:</a:t>
            </a:r>
          </a:p>
          <a:p>
            <a:r>
              <a:rPr lang="ru-RU" dirty="0"/>
              <a:t>светлая</a:t>
            </a:r>
          </a:p>
          <a:p>
            <a:r>
              <a:rPr lang="ru-RU" dirty="0"/>
              <a:t>тёмная</a:t>
            </a:r>
          </a:p>
          <a:p>
            <a:r>
              <a:rPr lang="ru-RU" dirty="0"/>
              <a:t>авторская (кораллово-кремовая)</a:t>
            </a:r>
            <a:endParaRPr lang="en-US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Меняются мгновенно.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BEF444-3C4E-4EC3-B6DD-76167EC5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314" y="1057559"/>
            <a:ext cx="4897070" cy="490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2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0C43-1195-4EF0-AC69-A61B8421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6F614-A7AE-4F7B-B5FF-77091F6F5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Доступна информация:</a:t>
            </a:r>
          </a:p>
          <a:p>
            <a:r>
              <a:rPr lang="ru-RU" dirty="0"/>
              <a:t>количество задач</a:t>
            </a:r>
          </a:p>
          <a:p>
            <a:r>
              <a:rPr lang="ru-RU" dirty="0"/>
              <a:t>выполнено / невыполнено</a:t>
            </a:r>
          </a:p>
          <a:p>
            <a:r>
              <a:rPr lang="ru-RU" dirty="0"/>
              <a:t>просрочено</a:t>
            </a:r>
          </a:p>
          <a:p>
            <a:r>
              <a:rPr lang="ru-RU" dirty="0"/>
              <a:t>динамика продуктивности за неделю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A735F0-9DC4-42F0-9A92-67332F421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514" y="197592"/>
            <a:ext cx="3061002" cy="646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78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CCAB-A216-4F11-8873-85CA67CCE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957587"/>
            <a:ext cx="10668000" cy="2021985"/>
          </a:xfrm>
        </p:spPr>
        <p:txBody>
          <a:bodyPr>
            <a:normAutofit/>
          </a:bodyPr>
          <a:lstStyle/>
          <a:p>
            <a:r>
              <a:rPr lang="ru-RU" dirty="0"/>
              <a:t>Спасибо за внимиание!</a:t>
            </a:r>
          </a:p>
        </p:txBody>
      </p:sp>
    </p:spTree>
    <p:extLst>
      <p:ext uri="{BB962C8B-B14F-4D97-AF65-F5344CB8AC3E}">
        <p14:creationId xmlns:p14="http://schemas.microsoft.com/office/powerpoint/2010/main" val="1717133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144</Words>
  <Application>Microsoft Office PowerPoint</Application>
  <PresentationFormat>Широкоэкранный</PresentationFormat>
  <Paragraphs>42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TaskPlanner — Android-приложение для планирования задач</vt:lpstr>
      <vt:lpstr>Основные функции</vt:lpstr>
      <vt:lpstr>Архитектура</vt:lpstr>
      <vt:lpstr>Работа с задачами</vt:lpstr>
      <vt:lpstr>Уведомления</vt:lpstr>
      <vt:lpstr>Темы оформления</vt:lpstr>
      <vt:lpstr>Статистика</vt:lpstr>
      <vt:lpstr>Спасибо за внимиание!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TaskPlanner — Android-приложение для планирования задач</dc:title>
  <dc:creator>konstantinov.p1957@gmail.com</dc:creator>
  <cp:lastModifiedBy>konstantinov.p1957@gmail.com</cp:lastModifiedBy>
  <cp:revision>2</cp:revision>
  <dcterms:created xsi:type="dcterms:W3CDTF">2025-12-12T19:25:13Z</dcterms:created>
  <dcterms:modified xsi:type="dcterms:W3CDTF">2025-12-12T19:35:58Z</dcterms:modified>
</cp:coreProperties>
</file>